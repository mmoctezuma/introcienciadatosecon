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92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EO4040 · Sesión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05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Economía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Economía Aplicada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EL CURSO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este curso — y qué no 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19659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5029200" cy="16364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Manipular y limpiar datos reales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Explorar y visualizar datos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Construir modelos de ML aplicados a economía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Pensar como científico de datos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1965960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8745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Econometría clásica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Programación avanzada en Python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Machine learning teórico profundo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Estadística matemática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CONTEXTO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que cambió la práctica económica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6170"/>
            <a:ext cx="10972800" cy="43166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décadas el economista trabajó con tablas de 50 filas: PIB trimestral, inflación mensual, tasa de desempleo. Modelos con 5 variables, muestras pequeñas.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IMSS tiene el registro de cada trabajador formal en México, actualizado mensualmente. El SAT tiene cada factura emitida en el país. La ENOE tiene 300,000+ observaciones por trimestre.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ya no es conseguir datos. Es saber qué hacer con ellos.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EJEMPLOS REALES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que hoy se pueden responder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laboral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características predicen que un trabajador informal se va a formalizar? → Clasificación sobre microdatos ENOE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social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8745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hogares tienen mayor riesgo de caer en pobreza? → Modelo predictivo sobre ENIGH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39496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41330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fiscal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348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patrones en facturas del SAT indican evasión? → Detección de anomalías en datos transaccionales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023360"/>
            <a:ext cx="5394960" cy="228600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355080" y="41330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4348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países tienen trayectorias similares en desarrollo? → Clustering sobre World Development Indicators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TEMA 1.1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estructurados vs no estructurados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49377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Organizados en filas y columnas.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ENOE, ENIGH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Registros IMSS, SAT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Datos panel Banco Mundial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Series de tiempo Banxico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 que trabajaremos en este curso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estructurados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87452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formato tabular predefinido.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Texto: contratos, discursos de bancos centrales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Imágenes satelitales para estimar actividad económica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Audio, video, redes sociales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ML es la puerta de entrada a este mundo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TEMA 1.1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10896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continua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valor en un rango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5544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PIB, salario, inflación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3108960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640080" y="239572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discreta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3957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valores enteros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3957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hijos, años de escolaridad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310896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40080" y="323697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nominal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23697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sin orden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32369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País, sector económico, sexo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3108960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40080" y="407822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ordinal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07822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con orden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40782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ingreso (bajo/medio/alto)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3108960" cy="658368"/>
          </a:xfrm>
          <a:prstGeom prst="rect">
            <a:avLst/>
          </a:prstGeom>
          <a:solidFill>
            <a:srgbClr val="E8F4F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640080" y="491947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49194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/ Falso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9194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¿Tiene empleo formal? ¿Recibe subsidio?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3108960" cy="65836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640080" y="57607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/ Tiempo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5760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temporal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5760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Trimestre, año fiscal, fecha de registro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1188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11887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economía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TEMA 1.1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y herramientas según escala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comunes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88720" cy="56692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74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Tabular, fácil de compartir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188720" cy="56692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594360" y="26243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TSV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6243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CSV, separado por tabs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1188720" cy="56692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594360" y="33741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74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y estructuras anidadas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88720" cy="56692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594360" y="41239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41239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relacionales, consultas complejas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1188720" cy="56692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594360" y="48737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8737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lectura eficiente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según escala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1783080"/>
            <a:ext cx="530352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6492240" y="1856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100k filas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Pandas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18562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análisis del curso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880360"/>
            <a:ext cx="530352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6492240" y="29535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– 10M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Parquet + Pandas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295351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Microdatos ENOE completos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977640"/>
            <a:ext cx="530352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6492240" y="40507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10M filas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/ BigQuery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0507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SAT nacionales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5074920"/>
            <a:ext cx="5303520" cy="9144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 txBox="1"/>
          <p:nvPr/>
        </p:nvSpPr>
        <p:spPr>
          <a:xfrm>
            <a:off x="6492240" y="5148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5486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+ JSON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514807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Banxico, Banco Mundial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1371600"/>
            <a:ext cx="0" cy="521208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FUENTES DE DATOS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vienen los datos?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945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INEGI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ENOE, ENIGH, Censo, DENUE. Microdatos descargables. Columna vertebral del análisis económico en México.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194560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México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8745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cambio, tasas, inflación, balanza de pagos. API pública (SIE).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2194560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85800" y="40416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Mundial / FMI / OCDE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343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~1,400 indicadores para 200+ países. APIs abiertas con wrappers en Python.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94960" cy="21945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6355080" y="40416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abiertos gobierno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343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datos.gob.mx — salud, educación, seguridad, infraestructura.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EL SEMESTRE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74980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99616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en economía y política pública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65376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Leer, limpiar y preprocesar datos · Pandas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10642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640080" cy="74980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548640" y="2414016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50592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 (EDA)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1635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variable, varias variables, covarianza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110642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48640" y="3364992"/>
            <a:ext cx="640080" cy="74980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548640" y="336499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401568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casos prácticos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6732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y construir la gráfica correcta · Matplotlib, Seaborn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110642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48640" y="4315968"/>
            <a:ext cx="640080" cy="74980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548640" y="4315968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352544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básicos de aprendizaje de máquina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718304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Regresión, clasificación, clustering · Scikit-learn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48640" y="5266944"/>
            <a:ext cx="640080" cy="749808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548640" y="5266944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303520"/>
            <a:ext cx="10241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de modelos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66928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clasificación, regresión y modelos no supervisados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ANTES DE ARRANCAR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Cuéntame de ustedes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972800" cy="30399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programado antes? ¿En qué lenguaje? (Python, R, Stata, Matlab, ninguno)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 qué herramientas has trabajado datos? (Excel, Stata, SPSS, R, Python)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trabajado con bases de más de 10,000 filas?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al 5, ¿qué tan cómodo te sientes con estadística descriptiva?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¿Sabes qué es una correlación? ¿Una distribución normal?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 escuchado de regresión lineal o logística?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845262"/>
            <a:ext cx="1106424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 txBox="1"/>
          <p:nvPr/>
        </p:nvSpPr>
        <p:spPr>
          <a:xfrm>
            <a:off x="685800" y="593670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Respondan el formulario mientras abren Google Colab en otra pestaña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SETUP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+ pandas-datareader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instalación — funciona en el navegador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 y Scikit-learn ya están instalados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automáticamente en Google Drive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685800" y="37033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!pip install pandas-datareader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pandas_datareader.wb as wb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1106424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685800" y="49194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 el notebook de hoy desde Canvas y corran la primera celda. Si ven ✅ estamos listos.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86C1"/>
                </a:solidFill>
              </a:rPr>
              <a:t>PARA LA PRÓXIMA SESIÓN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y qué viene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49171"/>
          </a:xfrm>
          <a:prstGeom prst="rect">
            <a:avLst/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685800" y="157276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10789920" cy="713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una pregunta de investigación económica o de política pública que les gustaría responder con datos. No tiene que ser técnica — solo la pregunta.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1463040"/>
          </a:xfrm>
          <a:prstGeom prst="rect">
            <a:avLst/>
          </a:prstGeom>
          <a:solidFill>
            <a:srgbClr val="F0F0F0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85800" y="33101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</a:t>
            </a:r>
            <a:r>
              <a:rPr lang="en-US" sz="1100" b="1" dirty="0" err="1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6118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y técnicas de limpieza. Vamos a trabajar con datos sucios y aprender a prepararlos para análisis.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37760"/>
            <a:ext cx="10972800" cy="106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0"/>
              </a:spcAft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Asegúrense de tener Google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funcionando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907</Words>
  <Application>Microsoft Office PowerPoint</Application>
  <PresentationFormat>Widescreen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Cadavid Aguilar</cp:lastModifiedBy>
  <cp:revision>4</cp:revision>
  <dcterms:created xsi:type="dcterms:W3CDTF">2026-09-13T02:40:21Z</dcterms:created>
  <dcterms:modified xsi:type="dcterms:W3CDTF">2026-09-13T06:33:50Z</dcterms:modified>
</cp:coreProperties>
</file>