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va justo antes de los componentes. El punto es que el problema existe aunque OLS no lo reporte. El ACF de residuales y el Durbin-Watson son los dos diagnósticos estándar. En la Sección 6 del notebook lo hacen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ACF(0) siempre = 1. Un ACF que decae lento indica tendencia fuerte. Pico en lag 4 (datos trimestrales) indica estacionalidad 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EO4040 — Introducción a la Ciencia de Datos para Economía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365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— Series de Tiempo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43891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438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804672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no te avisa cuando hay autocorrelación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corre, los p-values aparecen, todo parece válido — pero los errores estándar están mal.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Lo que suele pasar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 OLS normalmente. El summary() se ve limpio.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212080" cy="3246120"/>
          </a:xfrm>
          <a:prstGeom prst="rect">
            <a:avLst/>
          </a:prstGeom>
          <a:solidFill>
            <a:srgbClr val="1A2B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697480"/>
            <a:ext cx="49926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smf.ols(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'inflacion ~ tendencia',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ve bien... ¿o no?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print(modelo.summary())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R² = 0.74 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p-value tendencia = 0.001 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Pero nadie revisó los residuales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3977640"/>
            <a:ext cx="3657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5486400" cy="4434840"/>
          </a:xfrm>
          <a:prstGeom prst="rect">
            <a:avLst/>
          </a:prstGeom>
          <a:solidFill>
            <a:srgbClr val="FFF8F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 que debes hacer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ACF de los residuales. Siempre.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606040"/>
            <a:ext cx="5212080" cy="3246120"/>
          </a:xfrm>
          <a:prstGeom prst="rect">
            <a:avLst/>
          </a:prstGeom>
          <a:solidFill>
            <a:srgbClr val="1A2B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2697480"/>
            <a:ext cx="49926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statsmodels.graphics.tsaplots import plot_acf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statsmodels.stats.stattools import durbin_watson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Residuales del modelo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residuales = modelo.resid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Gráfica ACF de residuales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3))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plot_acf(residuales, lags=8, ax=ax, alpha=0.05)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ax.set_title('ACF de residuales')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Estadístico Durbin-Watson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durbin_watson(residuales)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print(f'Durbin-Watson: {dw:.3f}')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Cerca de 2.0 → sin problema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Cerca de 0.0 → autocorrelación positiva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6327648"/>
            <a:ext cx="1152144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635508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 ACF(1) de los residuales es alto → los errores estándar de OLS están subestimados → tus p-values son demasiado optimistas.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28600" y="66019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de Monterrey · Gobierno y Transformación Pública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6601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— Series de Tiempo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EO4040 — Introducción a la Ciencia de Datos para Economía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365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— Series de Tiempo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41148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Autocorrelación (ACF)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1521440" cy="548640"/>
          </a:xfrm>
          <a:prstGeom prst="rect">
            <a:avLst/>
          </a:prstGeom>
          <a:solidFill>
            <a:srgbClr val="1D2E4A"/>
          </a:solidFill>
          <a:ln w="12700">
            <a:solidFill>
              <a:srgbClr val="2A7A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3327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Autocorrelación (lag k): correlación de la serie consigo misma desplazada k períodos.  ACF(k) = Corr(Yₜ, Yₜ₋ₖ)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486400" cy="3017520"/>
          </a:xfrm>
          <a:prstGeom prst="rect">
            <a:avLst/>
          </a:prstGeom>
          <a:solidFill>
            <a:srgbClr val="1A2B42"/>
          </a:solidFill>
          <a:ln w="12700">
            <a:solidFill>
              <a:srgbClr val="334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904488"/>
            <a:ext cx="5486400" cy="0"/>
          </a:xfrm>
          <a:prstGeom prst="line">
            <a:avLst/>
          </a:prstGeom>
          <a:noFill/>
          <a:ln w="12700">
            <a:solidFill>
              <a:srgbClr val="4A6A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341218"/>
            <a:ext cx="54864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4467758"/>
            <a:ext cx="54864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074920" y="3085186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+1.96/√n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4513478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-1.96/√n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" y="1892808"/>
            <a:ext cx="251460" cy="2011680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3544" y="2254910"/>
            <a:ext cx="251460" cy="1649578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80744" y="2596896"/>
            <a:ext cx="251460" cy="1307592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807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37944" y="2938882"/>
            <a:ext cx="251460" cy="965606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379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95144" y="3280867"/>
            <a:ext cx="251460" cy="623621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951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52344" y="3602736"/>
            <a:ext cx="251460" cy="301752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523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9544" y="3864254"/>
            <a:ext cx="251460" cy="40234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95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66744" y="3904488"/>
            <a:ext cx="251460" cy="181051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667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23944" y="3904488"/>
            <a:ext cx="251460" cy="362102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239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81144" y="3904488"/>
            <a:ext cx="251460" cy="442570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811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38344" y="3904488"/>
            <a:ext cx="251460" cy="382219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383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95544" y="3904488"/>
            <a:ext cx="251460" cy="241402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95544" y="4754880"/>
            <a:ext cx="342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49834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(años)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846320"/>
            <a:ext cx="5486400" cy="1691640"/>
          </a:xfrm>
          <a:prstGeom prst="rect">
            <a:avLst/>
          </a:prstGeom>
          <a:solidFill>
            <a:srgbClr val="1A2B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5488" y="4937760"/>
            <a:ext cx="526694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statsmodels.graphics.tsaplots import plot_acf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plt.subplots(figsize=(10, 4))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plot_acf(series, lags=12, ax=ax,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alpha=0.05,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title='ACF — Inflación Colombia')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1691640"/>
            <a:ext cx="5532120" cy="1508760"/>
          </a:xfrm>
          <a:prstGeom prst="rect">
            <a:avLst/>
          </a:prstGeom>
          <a:solidFill>
            <a:srgbClr val="1D3A5A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46520" y="1755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Colombia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1214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ACF(1) = 0.82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21214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inflación fue alta este año,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82% de correlación con que también lo sea el siguiente.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26883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ACF(6) = 0.15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68833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 años de distancia casi no hay relación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(barra gris: no significativo).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32918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leer el ACF?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92240" y="3758184"/>
            <a:ext cx="201168" cy="201168"/>
          </a:xfrm>
          <a:prstGeom prst="rect">
            <a:avLst/>
          </a:prstGeom>
          <a:solidFill>
            <a:srgbClr val="2A7AB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0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azules (significativas)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3959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 la banda roja → dependencia real, no ruido.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92240" y="4352544"/>
            <a:ext cx="201168" cy="201168"/>
          </a:xfrm>
          <a:prstGeom prst="rect">
            <a:avLst/>
          </a:prstGeom>
          <a:solidFill>
            <a:srgbClr val="44556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6656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grises (no significativas)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0" y="4553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banda → podría ser coincidencia.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92240" y="494690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66560" y="4892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roja ±1.96/√n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766560" y="5148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95%. Se calcula solo con alpha=0.05.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9360" y="5440680"/>
            <a:ext cx="5532120" cy="1097280"/>
          </a:xfrm>
          <a:prstGeom prst="rect">
            <a:avLst/>
          </a:prstGeom>
          <a:solidFill>
            <a:srgbClr val="2D1A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92240" y="55046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Implicación para regresión OLS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6492240" y="58064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residuales de tu regresión tienen alta autocorrelación → errores estándar incorrectos → pruebas t inválidas.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ACF de los residuales es el primer diagnóstico que debes correr.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28600" y="66019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 de Monterrey · Gobierno y Transformación Pública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858000" y="6601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— Series de Tiempo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2026-10-05T00:03:45Z</dcterms:created>
  <dcterms:modified xsi:type="dcterms:W3CDTF">2026-10-05T00:03:45Z</dcterms:modified>
</cp:coreProperties>
</file>